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9455C81-7000-4043-A9B9-8DF7ADBE1C06}" v="7" dt="2026-01-07T06:22:01.3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chithra santapuri" userId="cfd30f9faa196aeb" providerId="LiveId" clId="{922C744C-898D-4015-90BB-0713BC8125E1}"/>
    <pc:docChg chg="custSel modSld">
      <pc:chgData name="suchithra santapuri" userId="cfd30f9faa196aeb" providerId="LiveId" clId="{922C744C-898D-4015-90BB-0713BC8125E1}" dt="2026-01-07T06:22:01.488" v="15" actId="27636"/>
      <pc:docMkLst>
        <pc:docMk/>
      </pc:docMkLst>
      <pc:sldChg chg="modSp">
        <pc:chgData name="suchithra santapuri" userId="cfd30f9faa196aeb" providerId="LiveId" clId="{922C744C-898D-4015-90BB-0713BC8125E1}" dt="2026-01-07T06:22:01.336" v="12"/>
        <pc:sldMkLst>
          <pc:docMk/>
          <pc:sldMk cId="0" sldId="257"/>
        </pc:sldMkLst>
        <pc:spChg chg="mod">
          <ac:chgData name="suchithra santapuri" userId="cfd30f9faa196aeb" providerId="LiveId" clId="{922C744C-898D-4015-90BB-0713BC8125E1}" dt="2026-01-07T06:22:01.336" v="12"/>
          <ac:spMkLst>
            <pc:docMk/>
            <pc:sldMk cId="0" sldId="257"/>
            <ac:spMk id="2" creationId="{00000000-0000-0000-0000-000000000000}"/>
          </ac:spMkLst>
        </pc:spChg>
        <pc:spChg chg="mod">
          <ac:chgData name="suchithra santapuri" userId="cfd30f9faa196aeb" providerId="LiveId" clId="{922C744C-898D-4015-90BB-0713BC8125E1}" dt="2026-01-07T06:22:01.336" v="12"/>
          <ac:spMkLst>
            <pc:docMk/>
            <pc:sldMk cId="0" sldId="257"/>
            <ac:spMk id="3" creationId="{00000000-0000-0000-0000-000000000000}"/>
          </ac:spMkLst>
        </pc:spChg>
      </pc:sldChg>
      <pc:sldChg chg="modSp">
        <pc:chgData name="suchithra santapuri" userId="cfd30f9faa196aeb" providerId="LiveId" clId="{922C744C-898D-4015-90BB-0713BC8125E1}" dt="2026-01-07T06:22:01.336" v="12"/>
        <pc:sldMkLst>
          <pc:docMk/>
          <pc:sldMk cId="0" sldId="258"/>
        </pc:sldMkLst>
        <pc:spChg chg="mod">
          <ac:chgData name="suchithra santapuri" userId="cfd30f9faa196aeb" providerId="LiveId" clId="{922C744C-898D-4015-90BB-0713BC8125E1}" dt="2026-01-07T06:22:01.336" v="12"/>
          <ac:spMkLst>
            <pc:docMk/>
            <pc:sldMk cId="0" sldId="258"/>
            <ac:spMk id="2" creationId="{00000000-0000-0000-0000-000000000000}"/>
          </ac:spMkLst>
        </pc:spChg>
        <pc:spChg chg="mod">
          <ac:chgData name="suchithra santapuri" userId="cfd30f9faa196aeb" providerId="LiveId" clId="{922C744C-898D-4015-90BB-0713BC8125E1}" dt="2026-01-07T06:22:01.336" v="12"/>
          <ac:spMkLst>
            <pc:docMk/>
            <pc:sldMk cId="0" sldId="258"/>
            <ac:spMk id="3" creationId="{00000000-0000-0000-0000-000000000000}"/>
          </ac:spMkLst>
        </pc:spChg>
      </pc:sldChg>
      <pc:sldChg chg="modSp mod">
        <pc:chgData name="suchithra santapuri" userId="cfd30f9faa196aeb" providerId="LiveId" clId="{922C744C-898D-4015-90BB-0713BC8125E1}" dt="2026-01-07T06:22:01.483" v="13" actId="27636"/>
        <pc:sldMkLst>
          <pc:docMk/>
          <pc:sldMk cId="0" sldId="259"/>
        </pc:sldMkLst>
        <pc:spChg chg="mod">
          <ac:chgData name="suchithra santapuri" userId="cfd30f9faa196aeb" providerId="LiveId" clId="{922C744C-898D-4015-90BB-0713BC8125E1}" dt="2026-01-07T06:22:01.483" v="13" actId="27636"/>
          <ac:spMkLst>
            <pc:docMk/>
            <pc:sldMk cId="0" sldId="259"/>
            <ac:spMk id="2" creationId="{00000000-0000-0000-0000-000000000000}"/>
          </ac:spMkLst>
        </pc:spChg>
        <pc:spChg chg="mod">
          <ac:chgData name="suchithra santapuri" userId="cfd30f9faa196aeb" providerId="LiveId" clId="{922C744C-898D-4015-90BB-0713BC8125E1}" dt="2026-01-07T06:22:01.336" v="12"/>
          <ac:spMkLst>
            <pc:docMk/>
            <pc:sldMk cId="0" sldId="259"/>
            <ac:spMk id="3" creationId="{00000000-0000-0000-0000-000000000000}"/>
          </ac:spMkLst>
        </pc:spChg>
      </pc:sldChg>
      <pc:sldChg chg="modSp mod">
        <pc:chgData name="suchithra santapuri" userId="cfd30f9faa196aeb" providerId="LiveId" clId="{922C744C-898D-4015-90BB-0713BC8125E1}" dt="2026-01-07T06:22:01.485" v="14" actId="27636"/>
        <pc:sldMkLst>
          <pc:docMk/>
          <pc:sldMk cId="0" sldId="260"/>
        </pc:sldMkLst>
        <pc:spChg chg="mod">
          <ac:chgData name="suchithra santapuri" userId="cfd30f9faa196aeb" providerId="LiveId" clId="{922C744C-898D-4015-90BB-0713BC8125E1}" dt="2026-01-07T06:22:01.485" v="14" actId="27636"/>
          <ac:spMkLst>
            <pc:docMk/>
            <pc:sldMk cId="0" sldId="260"/>
            <ac:spMk id="2" creationId="{00000000-0000-0000-0000-000000000000}"/>
          </ac:spMkLst>
        </pc:spChg>
      </pc:sldChg>
      <pc:sldChg chg="modSp">
        <pc:chgData name="suchithra santapuri" userId="cfd30f9faa196aeb" providerId="LiveId" clId="{922C744C-898D-4015-90BB-0713BC8125E1}" dt="2026-01-07T06:22:01.336" v="12"/>
        <pc:sldMkLst>
          <pc:docMk/>
          <pc:sldMk cId="0" sldId="261"/>
        </pc:sldMkLst>
        <pc:spChg chg="mod">
          <ac:chgData name="suchithra santapuri" userId="cfd30f9faa196aeb" providerId="LiveId" clId="{922C744C-898D-4015-90BB-0713BC8125E1}" dt="2026-01-07T06:22:01.336" v="12"/>
          <ac:spMkLst>
            <pc:docMk/>
            <pc:sldMk cId="0" sldId="261"/>
            <ac:spMk id="2" creationId="{00000000-0000-0000-0000-000000000000}"/>
          </ac:spMkLst>
        </pc:spChg>
        <pc:spChg chg="mod">
          <ac:chgData name="suchithra santapuri" userId="cfd30f9faa196aeb" providerId="LiveId" clId="{922C744C-898D-4015-90BB-0713BC8125E1}" dt="2026-01-07T06:22:01.336" v="12"/>
          <ac:spMkLst>
            <pc:docMk/>
            <pc:sldMk cId="0" sldId="261"/>
            <ac:spMk id="3" creationId="{00000000-0000-0000-0000-000000000000}"/>
          </ac:spMkLst>
        </pc:spChg>
      </pc:sldChg>
      <pc:sldChg chg="modSp">
        <pc:chgData name="suchithra santapuri" userId="cfd30f9faa196aeb" providerId="LiveId" clId="{922C744C-898D-4015-90BB-0713BC8125E1}" dt="2026-01-07T06:22:01.336" v="12"/>
        <pc:sldMkLst>
          <pc:docMk/>
          <pc:sldMk cId="0" sldId="262"/>
        </pc:sldMkLst>
        <pc:spChg chg="mod">
          <ac:chgData name="suchithra santapuri" userId="cfd30f9faa196aeb" providerId="LiveId" clId="{922C744C-898D-4015-90BB-0713BC8125E1}" dt="2026-01-07T06:22:01.336" v="12"/>
          <ac:spMkLst>
            <pc:docMk/>
            <pc:sldMk cId="0" sldId="262"/>
            <ac:spMk id="2" creationId="{00000000-0000-0000-0000-000000000000}"/>
          </ac:spMkLst>
        </pc:spChg>
        <pc:spChg chg="mod">
          <ac:chgData name="suchithra santapuri" userId="cfd30f9faa196aeb" providerId="LiveId" clId="{922C744C-898D-4015-90BB-0713BC8125E1}" dt="2026-01-07T06:22:01.336" v="12"/>
          <ac:spMkLst>
            <pc:docMk/>
            <pc:sldMk cId="0" sldId="262"/>
            <ac:spMk id="3" creationId="{00000000-0000-0000-0000-000000000000}"/>
          </ac:spMkLst>
        </pc:spChg>
      </pc:sldChg>
      <pc:sldChg chg="modSp mod">
        <pc:chgData name="suchithra santapuri" userId="cfd30f9faa196aeb" providerId="LiveId" clId="{922C744C-898D-4015-90BB-0713BC8125E1}" dt="2026-01-07T06:22:01.488" v="15" actId="27636"/>
        <pc:sldMkLst>
          <pc:docMk/>
          <pc:sldMk cId="0" sldId="263"/>
        </pc:sldMkLst>
        <pc:spChg chg="mod">
          <ac:chgData name="suchithra santapuri" userId="cfd30f9faa196aeb" providerId="LiveId" clId="{922C744C-898D-4015-90BB-0713BC8125E1}" dt="2026-01-07T06:22:01.488" v="15" actId="27636"/>
          <ac:spMkLst>
            <pc:docMk/>
            <pc:sldMk cId="0" sldId="263"/>
            <ac:spMk id="2" creationId="{00000000-0000-0000-0000-000000000000}"/>
          </ac:spMkLst>
        </pc:spChg>
        <pc:spChg chg="mod">
          <ac:chgData name="suchithra santapuri" userId="cfd30f9faa196aeb" providerId="LiveId" clId="{922C744C-898D-4015-90BB-0713BC8125E1}" dt="2026-01-07T06:22:01.336" v="12"/>
          <ac:spMkLst>
            <pc:docMk/>
            <pc:sldMk cId="0" sldId="263"/>
            <ac:spMk id="3" creationId="{00000000-0000-0000-0000-000000000000}"/>
          </ac:spMkLst>
        </pc:spChg>
      </pc:sldChg>
      <pc:sldChg chg="modSp">
        <pc:chgData name="suchithra santapuri" userId="cfd30f9faa196aeb" providerId="LiveId" clId="{922C744C-898D-4015-90BB-0713BC8125E1}" dt="2026-01-07T06:22:01.336" v="12"/>
        <pc:sldMkLst>
          <pc:docMk/>
          <pc:sldMk cId="0" sldId="264"/>
        </pc:sldMkLst>
        <pc:spChg chg="mod">
          <ac:chgData name="suchithra santapuri" userId="cfd30f9faa196aeb" providerId="LiveId" clId="{922C744C-898D-4015-90BB-0713BC8125E1}" dt="2026-01-07T06:22:01.336" v="12"/>
          <ac:spMkLst>
            <pc:docMk/>
            <pc:sldMk cId="0" sldId="264"/>
            <ac:spMk id="2" creationId="{00000000-0000-0000-0000-000000000000}"/>
          </ac:spMkLst>
        </pc:spChg>
        <pc:spChg chg="mod">
          <ac:chgData name="suchithra santapuri" userId="cfd30f9faa196aeb" providerId="LiveId" clId="{922C744C-898D-4015-90BB-0713BC8125E1}" dt="2026-01-07T06:22:01.336" v="12"/>
          <ac:spMkLst>
            <pc:docMk/>
            <pc:sldMk cId="0" sldId="264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0" y="0"/>
            <a:ext cx="9144677" cy="6858000"/>
            <a:chOff x="0" y="0"/>
            <a:chExt cx="9144677" cy="6858000"/>
          </a:xfrm>
        </p:grpSpPr>
        <p:pic>
          <p:nvPicPr>
            <p:cNvPr id="8" name="Picture 7" descr="SD-PanelTitle-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1515532" y="1520422"/>
              <a:ext cx="6112935" cy="3818468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2" name="Picture 11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0" y="3128434"/>
              <a:ext cx="1664208" cy="612648"/>
            </a:xfrm>
            <a:prstGeom prst="rect">
              <a:avLst/>
            </a:prstGeom>
          </p:spPr>
        </p:pic>
        <p:pic>
          <p:nvPicPr>
            <p:cNvPr id="13" name="Picture 12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7480469" y="3128434"/>
              <a:ext cx="1664208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21934" y="1811863"/>
            <a:ext cx="5308866" cy="1515533"/>
          </a:xfrm>
        </p:spPr>
        <p:txBody>
          <a:bodyPr anchor="b">
            <a:noAutofit/>
          </a:bodyPr>
          <a:lstStyle>
            <a:lvl1pPr algn="ct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21934" y="3598327"/>
            <a:ext cx="5308866" cy="1377651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65417" y="5054602"/>
            <a:ext cx="673276" cy="27940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21934" y="5054602"/>
            <a:ext cx="4064860" cy="2794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17317" y="5054602"/>
            <a:ext cx="413483" cy="27940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019825" y="3471329"/>
            <a:ext cx="5113083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8624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278465" y="235626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630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78465" y="1641413"/>
            <a:ext cx="6595534" cy="1822514"/>
          </a:xfrm>
        </p:spPr>
        <p:txBody>
          <a:bodyPr anchor="b">
            <a:normAutofit/>
          </a:bodyPr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78465" y="3734859"/>
            <a:ext cx="6595534" cy="1090015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278466" y="3599392"/>
            <a:ext cx="6595533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5562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278465" y="235626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915337"/>
            <a:ext cx="6798734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76866" y="2487168"/>
            <a:ext cx="3337560" cy="344728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5152" y="2487168"/>
            <a:ext cx="3337560" cy="344728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296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8" y="2658533"/>
            <a:ext cx="333756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76868" y="3243263"/>
            <a:ext cx="3337560" cy="270662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1832" y="2658533"/>
            <a:ext cx="333756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1832" y="3243263"/>
            <a:ext cx="3337560" cy="270662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41" name="Straight Connector 40"/>
          <p:cNvCxnSpPr/>
          <p:nvPr/>
        </p:nvCxnSpPr>
        <p:spPr>
          <a:xfrm>
            <a:off x="1278466" y="235467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99736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915337"/>
            <a:ext cx="6798735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78466" y="235467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3509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109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1388534"/>
            <a:ext cx="2536798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20062" y="982132"/>
            <a:ext cx="3855539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5" y="3031065"/>
            <a:ext cx="2536798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278466" y="2912533"/>
            <a:ext cx="233359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67412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1883832"/>
            <a:ext cx="3632202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069" y="1032933"/>
            <a:ext cx="2929463" cy="4792136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5" y="3255432"/>
            <a:ext cx="3632201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363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4815415"/>
            <a:ext cx="6798734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26260" y="1032933"/>
            <a:ext cx="7091482" cy="33612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6" y="5382153"/>
            <a:ext cx="6798734" cy="49371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80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906873"/>
            <a:ext cx="6798734" cy="309786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4275666"/>
            <a:ext cx="6798736" cy="16002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278465" y="4140199"/>
            <a:ext cx="660642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28730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34333" y="982132"/>
            <a:ext cx="6400250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00200" y="3352799"/>
            <a:ext cx="5892798" cy="651933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3" y="4343400"/>
            <a:ext cx="6798738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49969" y="905362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3503" y="2827870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278466" y="4140199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026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9" y="3308581"/>
            <a:ext cx="679872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8" y="4777381"/>
            <a:ext cx="679873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2805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09416" y="982132"/>
            <a:ext cx="632516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2"/>
          <p:cNvSpPr>
            <a:spLocks noGrp="1"/>
          </p:cNvSpPr>
          <p:nvPr>
            <p:ph type="body" idx="13"/>
          </p:nvPr>
        </p:nvSpPr>
        <p:spPr>
          <a:xfrm>
            <a:off x="1176868" y="3639312"/>
            <a:ext cx="6798730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4529667"/>
            <a:ext cx="6798736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78060" y="89689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9796" y="260772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278466" y="342900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01771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982131"/>
            <a:ext cx="6798734" cy="2294467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2"/>
          <p:cNvSpPr>
            <a:spLocks noGrp="1"/>
          </p:cNvSpPr>
          <p:nvPr>
            <p:ph type="body" idx="13"/>
          </p:nvPr>
        </p:nvSpPr>
        <p:spPr>
          <a:xfrm>
            <a:off x="1176868" y="3566160"/>
            <a:ext cx="6798730" cy="90525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6" y="4470400"/>
            <a:ext cx="6798734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278469" y="3429000"/>
            <a:ext cx="6606421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53515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76865" y="2490135"/>
            <a:ext cx="6798736" cy="338573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78466" y="2354670"/>
            <a:ext cx="660642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40487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56667" y="906873"/>
            <a:ext cx="1618930" cy="496899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76867" y="906873"/>
            <a:ext cx="4915509" cy="496899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6245512" y="906873"/>
            <a:ext cx="0" cy="4968993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418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9152467" cy="6858000"/>
            <a:chOff x="0" y="0"/>
            <a:chExt cx="9152467" cy="6858000"/>
          </a:xfrm>
        </p:grpSpPr>
        <p:pic>
          <p:nvPicPr>
            <p:cNvPr id="8" name="Picture 7" descr="S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553888" y="542807"/>
              <a:ext cx="8039776" cy="5756392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0" y="3128434"/>
              <a:ext cx="68580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8466667" y="3128434"/>
              <a:ext cx="68580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76866" y="915337"/>
            <a:ext cx="6798734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2490135"/>
            <a:ext cx="6798736" cy="3444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356670" y="5960533"/>
            <a:ext cx="1148283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76865" y="5960533"/>
            <a:ext cx="510466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80091" y="5960533"/>
            <a:ext cx="39551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524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  <p:sldLayoutId id="2147483748" r:id="rId11"/>
    <p:sldLayoutId id="2147483749" r:id="rId12"/>
    <p:sldLayoutId id="2147483750" r:id="rId13"/>
    <p:sldLayoutId id="2147483751" r:id="rId14"/>
    <p:sldLayoutId id="2147483752" r:id="rId15"/>
    <p:sldLayoutId id="2147483753" r:id="rId16"/>
    <p:sldLayoutId id="2147483754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6362136"/>
          </a:xfrm>
        </p:spPr>
        <p:txBody>
          <a:bodyPr>
            <a:normAutofit/>
          </a:bodyPr>
          <a:lstStyle/>
          <a:p>
            <a:r>
              <a:rPr dirty="0"/>
              <a:t>Power BI Student Performance Dashboard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4294967295"/>
          </p:nvPr>
        </p:nvSpPr>
        <p:spPr>
          <a:xfrm>
            <a:off x="0" y="3886200"/>
            <a:ext cx="6400800" cy="17526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About Power 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Power BI is a Business Intelligence tool by Microsoft</a:t>
            </a:r>
          </a:p>
          <a:p>
            <a:r>
              <a:t>Used to analyze data and create interactive dashboards</a:t>
            </a:r>
          </a:p>
          <a:p>
            <a:r>
              <a:t>Helps in data-driven decision making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Power BI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Power BI Desktop – Report creation</a:t>
            </a:r>
          </a:p>
          <a:p>
            <a:r>
              <a:t>Power BI Service – Cloud publishing &amp; sharing</a:t>
            </a:r>
          </a:p>
          <a:p>
            <a:r>
              <a:t>Power BI Mobile – Dashboard access on mobile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Student Performance Dashboard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Total Students: 20,000</a:t>
            </a:r>
          </a:p>
          <a:p>
            <a:r>
              <a:t>Average Study Hours: 4.01</a:t>
            </a:r>
          </a:p>
          <a:p>
            <a:r>
              <a:t>Average Attendance: 70.02%</a:t>
            </a:r>
          </a:p>
          <a:p>
            <a:r>
              <a:t>Average Exam Score: 62.51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Student Performance Dashboard (Power BI)</a:t>
            </a:r>
          </a:p>
        </p:txBody>
      </p:sp>
      <p:pic>
        <p:nvPicPr>
          <p:cNvPr id="3" name="Picture 2" descr="Screenshot 2026-01-07 1123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417701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Insights from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Good sleep quality leads to higher exam scores</a:t>
            </a:r>
          </a:p>
          <a:p>
            <a:r>
              <a:t>Students with more study hours perform better</a:t>
            </a:r>
          </a:p>
          <a:p>
            <a:r>
              <a:t>Poor sleep quality negatively impacts performance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Power BI Visualizations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Cards – Key metrics like total students and averages</a:t>
            </a:r>
          </a:p>
          <a:p>
            <a:r>
              <a:t>Bar &amp; Column charts – Sleep quality vs scores</a:t>
            </a:r>
          </a:p>
          <a:p>
            <a:r>
              <a:t>Line charts – Study hours vs exam scores</a:t>
            </a:r>
          </a:p>
          <a:p>
            <a:r>
              <a:t>Donut &amp; Gauge charts – Performance distribution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Benefits of Power BI for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Interactive and dynamic dashboards</a:t>
            </a:r>
          </a:p>
          <a:p>
            <a:r>
              <a:t>Easy data filtering and slicing</a:t>
            </a:r>
          </a:p>
          <a:p>
            <a:r>
              <a:t>Clear visualization of trends and patterns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Power BI simplifies complex data analysis</a:t>
            </a:r>
          </a:p>
          <a:p>
            <a:r>
              <a:t>Dashboard highlights factors affecting student performance</a:t>
            </a:r>
          </a:p>
          <a:p>
            <a:r>
              <a:t>Useful for academic and institutional decision-making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2</TotalTime>
  <Words>187</Words>
  <Application>Microsoft Office PowerPoint</Application>
  <PresentationFormat>On-screen Show (4:3)</PresentationFormat>
  <Paragraphs>32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Garamond</vt:lpstr>
      <vt:lpstr>Organic</vt:lpstr>
      <vt:lpstr>Power BI Student Performance Dashboard</vt:lpstr>
      <vt:lpstr>About Power BI</vt:lpstr>
      <vt:lpstr>Power BI Components</vt:lpstr>
      <vt:lpstr>Student Performance Dashboard Overview</vt:lpstr>
      <vt:lpstr>Student Performance Dashboard (Power BI)</vt:lpstr>
      <vt:lpstr>Key Insights from Dashboard</vt:lpstr>
      <vt:lpstr>Power BI Visualizations Used</vt:lpstr>
      <vt:lpstr>Benefits of Power BI for Analysis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suchithra santapuri</dc:creator>
  <cp:keywords/>
  <dc:description>generated using python-pptx</dc:description>
  <cp:lastModifiedBy>suchithra santapuri</cp:lastModifiedBy>
  <cp:revision>2</cp:revision>
  <dcterms:created xsi:type="dcterms:W3CDTF">2013-01-27T09:14:16Z</dcterms:created>
  <dcterms:modified xsi:type="dcterms:W3CDTF">2026-01-07T06:22:03Z</dcterms:modified>
  <cp:category/>
</cp:coreProperties>
</file>