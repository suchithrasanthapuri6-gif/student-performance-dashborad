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62136"/>
          </a:xfrm>
        </p:spPr>
        <p:txBody>
          <a:bodyPr>
            <a:normAutofit/>
          </a:bodyPr>
          <a:lstStyle/>
          <a:p>
            <a:r>
              <a:rPr dirty="0"/>
              <a:t>Power BI Student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886200"/>
            <a:ext cx="6400800" cy="17526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is a Business Intelligence tool by Microsoft</a:t>
            </a:r>
          </a:p>
          <a:p>
            <a:r>
              <a:t>Used to analyze data and create interactive dashboards</a:t>
            </a:r>
          </a:p>
          <a:p>
            <a:r>
              <a:t>Helps in data-driven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 – Report creation</a:t>
            </a:r>
          </a:p>
          <a:p>
            <a:r>
              <a:t>Power BI Service – Cloud publishing &amp; sharing</a:t>
            </a:r>
          </a:p>
          <a:p>
            <a:r>
              <a:t>Power BI Mobile – Dashboard access on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Students: 20,000</a:t>
            </a:r>
          </a:p>
          <a:p>
            <a:r>
              <a:t>Average Study Hours: 4.01</a:t>
            </a:r>
          </a:p>
          <a:p>
            <a:r>
              <a:t>Average Attendance: 70.02%</a:t>
            </a:r>
          </a:p>
          <a:p>
            <a:r>
              <a:t>Average Exam Score: 62.51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Dashboard (Power BI)</a:t>
            </a:r>
          </a:p>
        </p:txBody>
      </p:sp>
      <p:pic>
        <p:nvPicPr>
          <p:cNvPr id="3" name="Picture 2" descr="Screenshot 2026-01-07 112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77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from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sleep quality leads to higher exam scores</a:t>
            </a:r>
          </a:p>
          <a:p>
            <a:r>
              <a:t>Students with more study hours perform better</a:t>
            </a:r>
          </a:p>
          <a:p>
            <a:r>
              <a:t>Poor sleep quality negatively impacts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Cards – Key metrics like total students and averages</a:t>
            </a:r>
          </a:p>
          <a:p>
            <a:r>
              <a:t>Bar &amp; Column charts – Sleep quality vs scores</a:t>
            </a:r>
          </a:p>
          <a:p>
            <a:r>
              <a:t>Line charts – Study hours vs exam scores</a:t>
            </a:r>
          </a:p>
          <a:p>
            <a:r>
              <a:t>Donut &amp; Gauge charts – Performance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Power BI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and dynamic dashboards</a:t>
            </a:r>
          </a:p>
          <a:p>
            <a:r>
              <a:t>Easy data filtering and slicing</a:t>
            </a:r>
          </a:p>
          <a:p>
            <a:r>
              <a:t>Clear visualization of trends and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simplifies complex data analysis</a:t>
            </a:r>
          </a:p>
          <a:p>
            <a:r>
              <a:t>Dashboard highlights factors affecting student performance</a:t>
            </a:r>
          </a:p>
          <a:p>
            <a:r>
              <a:t>Useful for academic and institutional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 BI Student Performance Dashboard</vt:lpstr>
      <vt:lpstr>About Power BI</vt:lpstr>
      <vt:lpstr>Power BI Components</vt:lpstr>
      <vt:lpstr>Student Performance Dashboard Overview</vt:lpstr>
      <vt:lpstr>Student Performance Dashboard (Power BI)</vt:lpstr>
      <vt:lpstr>Key Insights from Dashboard</vt:lpstr>
      <vt:lpstr>Power BI Visualizations Used</vt:lpstr>
      <vt:lpstr>Benefits of Power BI for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suchithra santapuri</dc:creator>
  <cp:keywords/>
  <dc:description>generated using python-pptx</dc:description>
  <cp:lastModifiedBy>suchithra santapuri</cp:lastModifiedBy>
  <cp:revision>2</cp:revision>
  <dcterms:created xsi:type="dcterms:W3CDTF">2013-01-27T09:14:16Z</dcterms:created>
  <dcterms:modified xsi:type="dcterms:W3CDTF">2026-01-07T06:10:42Z</dcterms:modified>
  <cp:category/>
</cp:coreProperties>
</file>